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5646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 and explain that the goal is to analyze NBA team performance using Python and nba_api data. Mention the Spurs, Rockets, and Thunder.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these teams were selected and what tools were used to perform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research questions guiding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nba_api provides official NBA statistics and the data was exported for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preprocessing steps used to prepare the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bar chart comparing average stats between the three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which metrics are most strongly correlated with winning.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effect of home court advantage on team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the major insights discovered from the visualizations.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the presentation and suggest future extensions.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148" y="818984"/>
            <a:ext cx="4947184" cy="3268520"/>
          </a:xfrm>
        </p:spPr>
        <p:txBody>
          <a:bodyPr>
            <a:normAutofit/>
          </a:bodyPr>
          <a:lstStyle/>
          <a:p>
            <a:pPr algn="r"/>
            <a:r>
              <a:rPr lang="en-US" sz="4200">
                <a:solidFill>
                  <a:srgbClr val="FFFFFF"/>
                </a:solidFill>
              </a:rPr>
              <a:t>NBA Team Performance Analysis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8905" y="4797188"/>
            <a:ext cx="4538427" cy="1241828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2500">
                <a:solidFill>
                  <a:srgbClr val="FFFFFF"/>
                </a:solidFill>
              </a:rPr>
              <a:t>Game-Level Data (2019–2020 Season)</a:t>
            </a:r>
          </a:p>
          <a:p>
            <a:pPr algn="r">
              <a:lnSpc>
                <a:spcPct val="90000"/>
              </a:lnSpc>
            </a:pPr>
            <a:r>
              <a:rPr lang="en-US" sz="2500">
                <a:solidFill>
                  <a:srgbClr val="FFFFFF"/>
                </a:solidFill>
              </a:rPr>
              <a:t>Perry Jones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Analyze game-level NBA data</a:t>
            </a:r>
          </a:p>
          <a:p>
            <a:pPr lvl="1"/>
            <a:r>
              <a:rPr lang="en-US" sz="1700"/>
              <a:t>Teams: Spurs, Rockets, Thunder</a:t>
            </a:r>
          </a:p>
          <a:p>
            <a:pPr lvl="1"/>
            <a:r>
              <a:rPr lang="en-US" sz="1700"/>
              <a:t>Season: 2019–2020</a:t>
            </a:r>
          </a:p>
          <a:p>
            <a:pPr lvl="1"/>
            <a:r>
              <a:rPr lang="en-US" sz="1700"/>
              <a:t>Tools: Python, pandas, matplotlib, seaborn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How do the teams compare statistically?</a:t>
            </a:r>
          </a:p>
          <a:p>
            <a:pPr lvl="1"/>
            <a:r>
              <a:rPr lang="en-US" sz="1700"/>
              <a:t>Which metrics correlate with winning?</a:t>
            </a:r>
          </a:p>
          <a:p>
            <a:pPr lvl="1"/>
            <a:r>
              <a:rPr lang="en-US" sz="1700"/>
              <a:t>Does home court advantage affect performance?</a:t>
            </a:r>
          </a:p>
          <a:p>
            <a:pPr lvl="1"/>
            <a:r>
              <a:rPr lang="en-US" sz="1700"/>
              <a:t>Which stats best predict wins?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Data pulled from basketball reference</a:t>
            </a:r>
          </a:p>
          <a:p>
            <a:pPr lvl="1"/>
            <a:r>
              <a:rPr lang="en-US" sz="1700"/>
              <a:t>Game level statistics</a:t>
            </a:r>
          </a:p>
          <a:p>
            <a:pPr lvl="1"/>
            <a:r>
              <a:rPr lang="en-US" sz="1700"/>
              <a:t>Exported to CSV</a:t>
            </a:r>
          </a:p>
          <a:p>
            <a:pPr lvl="1"/>
            <a:r>
              <a:rPr lang="en-US" sz="1700"/>
              <a:t>Analyzed entirely in Python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Removed duplicates</a:t>
            </a:r>
          </a:p>
          <a:p>
            <a:pPr lvl="1"/>
            <a:r>
              <a:rPr lang="en-US" sz="1700"/>
              <a:t>Handled missing values</a:t>
            </a:r>
          </a:p>
          <a:p>
            <a:pPr lvl="1"/>
            <a:r>
              <a:rPr lang="en-US" sz="1700"/>
              <a:t>Created win indicator variable</a:t>
            </a:r>
          </a:p>
          <a:p>
            <a:pPr lvl="1"/>
            <a:r>
              <a:rPr lang="en-US" sz="1700"/>
              <a:t>Created home vs away indicator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Team Statistical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/>
                </a:solidFill>
              </a:rPr>
              <a:t>Insert Chart Here: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/>
                </a:solidFill>
              </a:rPr>
              <a:t>Average Points, Rebounds, Assists, Turnovers by Team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60A464-DD3C-5F27-AD48-378FD6652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82" y="1743559"/>
            <a:ext cx="7818832" cy="48326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Correlation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/>
                </a:solidFill>
              </a:rPr>
              <a:t>Insert Chart Here: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/>
                </a:solidFill>
              </a:rPr>
              <a:t>Correlation Heatmap of Stats vs Wins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796284-E7B0-078F-09BB-6D0B2CA34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229" y="1821162"/>
            <a:ext cx="7421962" cy="46774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Home vs Away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/>
                </a:solidFill>
              </a:rPr>
              <a:t>Insert Chart Here: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/>
                </a:solidFill>
              </a:rPr>
              <a:t>Win Percentage by Home/Away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EF110A-2F00-DA20-6457-6445FAE19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515" y="1776291"/>
            <a:ext cx="7547148" cy="47671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1891970"/>
            <a:ext cx="7293023" cy="3683358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dirty="0"/>
              <a:t>Offensive metrics correlate strongly with wins</a:t>
            </a:r>
          </a:p>
          <a:p>
            <a:pPr lvl="1" algn="ctr"/>
            <a:r>
              <a:rPr lang="en-US" dirty="0"/>
              <a:t>Turnovers negatively impact win probability</a:t>
            </a:r>
          </a:p>
          <a:p>
            <a:pPr lvl="1" algn="ctr"/>
            <a:r>
              <a:rPr lang="en-US" dirty="0"/>
              <a:t>Home teams win slightly more often</a:t>
            </a:r>
          </a:p>
          <a:p>
            <a:pPr lvl="1" algn="ctr"/>
            <a:r>
              <a:rPr lang="en-US" dirty="0"/>
              <a:t>Different play styles visible across teams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002511"/>
            <a:ext cx="7293023" cy="3683358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dirty="0"/>
              <a:t>Python enables full sports analytics workflow</a:t>
            </a:r>
          </a:p>
          <a:p>
            <a:pPr lvl="1" algn="ctr"/>
            <a:r>
              <a:rPr lang="en-US" dirty="0"/>
              <a:t>Basketball reference provides rich game-level data</a:t>
            </a:r>
          </a:p>
          <a:p>
            <a:pPr lvl="1" algn="ctr"/>
            <a:r>
              <a:rPr lang="en-US" dirty="0"/>
              <a:t>Clear statistical trends were identified</a:t>
            </a:r>
          </a:p>
          <a:p>
            <a:pPr lvl="1" algn="ctr"/>
            <a:r>
              <a:rPr lang="en-US" dirty="0"/>
              <a:t>Future work could include more teams or seasons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327</Words>
  <Application>Microsoft Office PowerPoint</Application>
  <PresentationFormat>On-screen Show (4:3)</PresentationFormat>
  <Paragraphs>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NBA Team Performance Analysis</vt:lpstr>
      <vt:lpstr>Project Overview</vt:lpstr>
      <vt:lpstr>Research Questions</vt:lpstr>
      <vt:lpstr>Data Collection</vt:lpstr>
      <vt:lpstr>Data Cleaning &amp; Preparation</vt:lpstr>
      <vt:lpstr>Team Statistical Comparison</vt:lpstr>
      <vt:lpstr>Correlation Analysis</vt:lpstr>
      <vt:lpstr>Home vs Away Performance</vt:lpstr>
      <vt:lpstr>Key Findings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Perry Jones</cp:lastModifiedBy>
  <cp:revision>2</cp:revision>
  <dcterms:created xsi:type="dcterms:W3CDTF">2013-01-27T09:14:16Z</dcterms:created>
  <dcterms:modified xsi:type="dcterms:W3CDTF">2026-03-06T00:15:22Z</dcterms:modified>
  <cp:category/>
</cp:coreProperties>
</file>